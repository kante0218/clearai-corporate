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AI活用で世界をリードする経営者たち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FF"/>
                </a:solidFill>
              </a:defRPr>
            </a:pPr>
            <a:r>
              <a:t>〜 6人のトップリーダーに学ぶ、AI経営の最前線 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2025-2026年 最新動向まとめ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560320"/>
            <a:ext cx="36576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Presented by clearAI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AI活用で注目される6人の経営者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005840"/>
            <a:ext cx="4572000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3474720" cy="237744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63500" cy="23774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南場 智子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DeNA（ディー・エヌ・エー）  |  日本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</a:defRPr>
            </a:pPr>
            <a:r>
              <a:t>「AIにオールイン」宣言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「経営者がAIに興奮しているかがポイント」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74720" cy="237744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63500" cy="2377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孫 正義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ソフトバンクグループ  |  日本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</a:defRPr>
            </a:pPr>
            <a:r>
              <a:t>ASI時代のNo.1プラットフォーマーへ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432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「数千兆のAIエージェントが常時稼働する世界が来る」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371600"/>
            <a:ext cx="3474720" cy="237744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371600"/>
            <a:ext cx="63500" cy="2377440"/>
          </a:xfrm>
          <a:prstGeom prst="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三木谷 浩史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楽天グループ  |  日本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</a:defRPr>
            </a:pPr>
            <a:r>
              <a:t>「No AI, No Future」宣言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7432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「AIを使いこなせない企業・人の未来は厳しい」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931920"/>
            <a:ext cx="3474720" cy="237744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931920"/>
            <a:ext cx="63500" cy="2377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Satya Nadella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Microsoft  |  アメリカ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46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</a:defRPr>
            </a:pPr>
            <a:r>
              <a:t>AIを「認知増幅装置」として全製品に統合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3035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「AIは人間の能力を置き換えるのではなく増幅する」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931920"/>
            <a:ext cx="3474720" cy="237744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931920"/>
            <a:ext cx="63500" cy="2377440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Marc Benioff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Salesforce  |  アメリカ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846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</a:defRPr>
            </a:pPr>
            <a:r>
              <a:t>社内業務の50%をAIが担当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3035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「我々は全員が人間だけの組織を率いる最後のCEO世代だ」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80" y="3931920"/>
            <a:ext cx="3474720" cy="237744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3880" y="3931920"/>
            <a:ext cx="63500" cy="2377440"/>
          </a:xfrm>
          <a:prstGeom prst="rect">
            <a:avLst/>
          </a:prstGeom>
          <a:solidFill>
            <a:srgbClr val="96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8200" y="4069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Tobi Lutke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Shopify  |  カナダ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4846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</a:defRPr>
            </a:pPr>
            <a:r>
              <a:t>「AI活用は全社員の基本的な期待事項」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53035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「AIを使えないことは、もはや選択肢ではない」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南場 智子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DeNA（ディー・エヌ・エー）  代表取締役会長  |  日本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「AIにオールイン」宣言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5303520" cy="182880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2025年に「DeNAはAIにオールイン」を宣言。</a:t>
            </a:r>
            <a:br/>
            <a:r>
              <a:t>経営者自ら生成AIのヘビーユーザーとして</a:t>
            </a:r>
            <a:br/>
            <a:r>
              <a:t>具体的な活用法を公開し、大きな話題に。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AI活用ツール・施策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486400" cy="182880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Perplexity AI → 会議前の情報収集・人物リサーチ</a:t>
            </a:r>
            <a:br/>
            <a:r>
              <a:t>  NotebookLM → 大量資料の要約・分析</a:t>
            </a:r>
            <a:br/>
            <a:r>
              <a:t>  ChatGPT o1 → 戦略立案・プロトタイピング</a:t>
            </a:r>
            <a:br/>
            <a:r>
              <a:t>  Circleback → 会議の自動議事録作成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</a:defRPr>
            </a:pPr>
            <a:r>
              <a:t>主な成果・インパクト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5303520" cy="210312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  QA業務の工数を50%削減</a:t>
            </a:r>
            <a:br/>
            <a:r>
              <a:t>  Pococha配信審査コスト60%削減</a:t>
            </a:r>
            <a:br/>
            <a:r>
              <a:t>  現業3,000名→半分でも発展する体制へ</a:t>
            </a:r>
            <a:br/>
            <a:r>
              <a:t>  バーティカルAIエージェント事業を新規立ち上げ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</a:defRPr>
            </a:pPr>
            <a:r>
              <a:t>注目の発言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486400" cy="210312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4805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96FF"/>
                </a:solidFill>
              </a:defRPr>
            </a:pPr>
            <a: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846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経営者がAIに興奮しているかがポイント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孫 正義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ソフトバンクグループ  代表取締役会長兼社長  |  日本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ASI時代のNo.1プラットフォーマーへ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5303520" cy="182880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AI時代の覇者を目指し、OpenAIに4.8兆円投資。</a:t>
            </a:r>
            <a:br/>
            <a:r>
              <a:t>グループ全体で10億AIエージェント構想を発表。</a:t>
            </a:r>
            <a:br/>
            <a:r>
              <a:t>「Stargate Project」で世界最大級のAIインフラ構築。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AI活用ツール・施策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486400" cy="182880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Crystal Intelligence → 自己増殖型AIエージェント群</a:t>
            </a:r>
            <a:br/>
            <a:r>
              <a:t>  社員1人あたり1,000個のAIエージェント常時稼働</a:t>
            </a:r>
            <a:br/>
            <a:r>
              <a:t>  ネットワーク監視～人事・財務・営業まで全部門AI化</a:t>
            </a:r>
            <a:br/>
            <a:r>
              <a:t>  生成AIコンテスト → 5万人から累計26万件のアイデア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</a:defRPr>
            </a:pPr>
            <a:r>
              <a:t>主な成果・インパクト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5303520" cy="210312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  OpenAIに4.8兆円投資（歴史上最大規模）</a:t>
            </a:r>
            <a:br/>
            <a:r>
              <a:t>  Stargate Projectで米国AIインフラ構築</a:t>
            </a:r>
            <a:br/>
            <a:r>
              <a:t>  グループ全体で10億AIエージェント計画</a:t>
            </a:r>
            <a:br/>
            <a:r>
              <a:t>  ASI（人工超知能）プラットフォーム構想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</a:defRPr>
            </a:pPr>
            <a:r>
              <a:t>注目の発言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486400" cy="210312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4805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7C3AED"/>
                </a:solidFill>
              </a:defRPr>
            </a:pPr>
            <a: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846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数千兆のAIエージェントが常時稼働する世界が来る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B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三木谷 浩史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楽天グループ  代表取締役会長兼社長  |  日本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「No AI, No Future」宣言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5303520" cy="182880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楽天市場を世界最先端のAI活用ECプラットフォームへ。</a:t>
            </a:r>
            <a:br/>
            <a:r>
              <a:t>「AIの民主化」を掲げ、全従業員のAI活用を推進。</a:t>
            </a:r>
            <a:br/>
            <a:r>
              <a:t>2030年に楽天市場の流通総額10兆円を目指す。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AI活用ツール・施策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486400" cy="182880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Rakuten AI → 独自開発の生成AIを楽天市場に導入</a:t>
            </a:r>
            <a:br/>
            <a:r>
              <a:t>  OpenAI連携 → 戦略的パートナーシップ</a:t>
            </a:r>
            <a:br/>
            <a:r>
              <a:t>  トリプル20 → マーケ・オペレーション・顧客効率各20%向上</a:t>
            </a:r>
            <a:br/>
            <a:r>
              <a:t>  全従業員3万人がAI活用、毎日8,000人が利用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</a:defRPr>
            </a:pPr>
            <a:r>
              <a:t>主な成果・インパクト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5303520" cy="210312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  マーケティング効率20%向上を達成</a:t>
            </a:r>
            <a:br/>
            <a:r>
              <a:t>  オペレーション効率20%向上を目標</a:t>
            </a:r>
            <a:br/>
            <a:r>
              <a:t>  2030年流通総額10兆円へ向けた成長加速</a:t>
            </a:r>
            <a:br/>
            <a:r>
              <a:t>  「AIの民主化」で全社員のスキル底上げ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</a:defRPr>
            </a:pPr>
            <a:r>
              <a:t>注目の発言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486400" cy="210312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4805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BF0000"/>
                </a:solidFill>
              </a:defRPr>
            </a:pPr>
            <a: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846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AIを使いこなせない企業・人の未来は厳しい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Satya Nadella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Microsoft  CEO（最高経営責任者）  |  アメリカ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AIを「認知増幅装置」として全製品に統合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5303520" cy="182880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Copilotブランドの下、Office・Azure・GitHub等</a:t>
            </a:r>
            <a:br/>
            <a:r>
              <a:t>あらゆる製品にAIを統合。OpenAIへの巨額投資を主導し</a:t>
            </a:r>
            <a:br/>
            <a:r>
              <a:t>エンタープライズAIの世界標準を構築。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AI活用ツール・施策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486400" cy="182880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Microsoft Copilot → Office全製品にAIアシスタント統合</a:t>
            </a:r>
            <a:br/>
            <a:r>
              <a:t>  Azure OpenAI Service → 企業向けAIプラットフォーム</a:t>
            </a:r>
            <a:br/>
            <a:r>
              <a:t>  GitHub Copilot → 開発者の生産性を劇的に向上</a:t>
            </a:r>
            <a:br/>
            <a:r>
              <a:t>  Copilot+ PC → AIネイティブなハードウェア展開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</a:defRPr>
            </a:pPr>
            <a:r>
              <a:t>主な成果・インパクト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5303520" cy="210312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  AI事業が年間売上130億ドル超を達成</a:t>
            </a:r>
            <a:br/>
            <a:r>
              <a:t>  Azure成長率がAI需要で加速</a:t>
            </a:r>
            <a:br/>
            <a:r>
              <a:t>  GitHub Copilotが開発時間55%短縮</a:t>
            </a:r>
            <a:br/>
            <a:r>
              <a:t>  2026年を「AIの転換年」と位置づけ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</a:defRPr>
            </a:pPr>
            <a:r>
              <a:t>注目の発言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486400" cy="210312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4805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78D4"/>
                </a:solidFill>
              </a:defRPr>
            </a:pPr>
            <a: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846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AIは人間の能力を置き換えるのではなく増幅する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A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Marc Benioff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Salesforce  会長兼CEO  |  アメリカ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社内業務の50%をAIが担当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5303520" cy="182880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Agentforceプラットフォームで「デジタル従業員」を推進。</a:t>
            </a:r>
            <a:br/>
            <a:r>
              <a:t>社内業務の30〜50%をAIが処理する体制を実現。</a:t>
            </a:r>
            <a:br/>
            <a:r>
              <a:t>ダボス会議で「全員が人間だけの組織を率いる最後の世代」と発言。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AI活用ツール・施策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486400" cy="182880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Agentforce → AIエージェントプラットフォーム</a:t>
            </a:r>
            <a:br/>
            <a:r>
              <a:t>  顧客対応の85%をAIが自動解決</a:t>
            </a:r>
            <a:br/>
            <a:r>
              <a:t>  営業リード選別を40%高速化</a:t>
            </a:r>
            <a:br/>
            <a:r>
              <a:t>  エンジニアリング・マーケティング全般をAI支援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</a:defRPr>
            </a:pPr>
            <a:r>
              <a:t>主な成果・インパクト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5303520" cy="210312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  社内業務の30〜50%をAIが処理</a:t>
            </a:r>
            <a:br/>
            <a:r>
              <a:t>  CS部門4,000名分の業務をAIが代替</a:t>
            </a:r>
            <a:br/>
            <a:r>
              <a:t>  2030年に年間売上600億ドルを目標</a:t>
            </a:r>
            <a:br/>
            <a:r>
              <a:t>  51%の採用が社内リデプロイメント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</a:defRPr>
            </a:pPr>
            <a:r>
              <a:t>注目の発言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486400" cy="210312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4805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A1E0"/>
                </a:solidFill>
              </a:defRPr>
            </a:pPr>
            <a: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846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我々は全員が人間だけの組織を率いる最後のCEO世代だ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96B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Tobi Lutke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Shopify  CEO（最高経営責任者）  |  カナダ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200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「AI活用は全社員の基本的な期待事項」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5303520" cy="182880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2025年に全社員向けメモでAI活用を義務化。</a:t>
            </a:r>
            <a:br/>
            <a:r>
              <a:t>新規採用の前に「AIで代替できない」証明を要求。</a:t>
            </a:r>
            <a:br/>
            <a:r>
              <a:t>人事評価にもAI活用度を組み込むAI-first組織を構築。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</a:defRPr>
            </a:pPr>
            <a:r>
              <a:t>AI活用ツール・施策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486400" cy="182880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  全社員にAI活用を「基本的な期待事項」として義務化</a:t>
            </a:r>
            <a:br/>
            <a:r>
              <a:t>  新規採用前にAI代替不可の証明を義務づけ</a:t>
            </a:r>
            <a:br/>
            <a:r>
              <a:t>  人事評価にAI活用度を組み込み</a:t>
            </a:r>
            <a:br/>
            <a:r>
              <a:t>  Shopify Magic → EC事業者向けAIツール群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</a:defRPr>
            </a:pPr>
            <a:r>
              <a:t>主な成果・インパクト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5303520" cy="210312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  組織全体のAI-first文化を確立</a:t>
            </a:r>
            <a:br/>
            <a:r>
              <a:t>  不要な新規採用を抑制しコスト最適化</a:t>
            </a:r>
            <a:br/>
            <a:r>
              <a:t>  EC事業者にAIツールを提供し差別化</a:t>
            </a:r>
            <a:br/>
            <a:r>
              <a:t>  AI活用を人事評価の重要指標に設定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</a:defRPr>
            </a:pPr>
            <a:r>
              <a:t>注目の発言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5486400" cy="210312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4805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96BF48"/>
                </a:solidFill>
              </a:defRPr>
            </a:pPr>
            <a: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846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AIを使えないことは、もはや選択肢ではない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AI経営の共通ポイント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005840"/>
            <a:ext cx="4572000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14300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508760"/>
            <a:ext cx="731520" cy="73152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経営者自身がAIのヘビーユーザーである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74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南場氏のように経営者自らAIを使い倒し、具体的な活用法を社員に示すことで組織全体のAI活用が加速する。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515600" cy="114300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83464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88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AI前提で組織・業務を再設計する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単にツールを導入するだけでなく、Benioff氏やLutke氏のように人事制度・採用基準・業務フローをAI前提で再構築する。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0515600" cy="114300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4160520"/>
            <a:ext cx="731520" cy="7315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148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全社員をAI人材化する仕組みを作る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26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三木谷氏の「AIの民主化」、孫氏の「生成AIコンテスト」のように、全社員がAIを使える環境と動機を整備する。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49240"/>
            <a:ext cx="10515600" cy="1143000"/>
          </a:xfrm>
          <a:prstGeom prst="roundRect">
            <a:avLst/>
          </a:prstGeom>
          <a:solidFill>
            <a:srgbClr val="2D2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486400"/>
            <a:ext cx="731520" cy="7315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440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AIエージェントが次のフロンティア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852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6名全員がAIエージェント（自律的に業務を遂行するAI）を次の主戦場と位置づけている。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AI経営は「未来」ではなく「今」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</a:defRPr>
            </a:pPr>
            <a:r>
              <a:t>トップリーダーたちは既に動いています。</a:t>
            </a:r>
            <a:br/>
            <a:r>
              <a:t>御社のAI経営戦略、一緒に考えませんか？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926080"/>
            <a:ext cx="2743200" cy="254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</a:defRPr>
            </a:pPr>
            <a:r>
              <a:t>clearAI  |  AI導入コンサルティング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