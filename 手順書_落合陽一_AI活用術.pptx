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落合 陽一（ピクシーダストCEO）のAI活用術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B59B6"/>
                </a:solidFill>
              </a:defRPr>
            </a:pPr>
            <a:r>
              <a:t>Claude Codeに「寝てる間に作らせる」最先端の使い方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2743200" cy="25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「2026年にはほとんどの知的作業がAIに置き換わる」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AI活用 実践手順書  |  clearAI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落合流 AI活用の全体像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2743200" cy="381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508760"/>
            <a:ext cx="548640" cy="54864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17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Claude Codeで「寝ている間に」開発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83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夜にAIに指示を出して寝ると、朝にはツールが完成している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606040"/>
            <a:ext cx="548640" cy="54864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14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Notionで全情報をWiki化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申請書の書き方からWi-Fi設定まで、あらゆる情報をNotionに集約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11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「審美眼」でAI出力を選別する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977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膨大なAI出力から「良いもの」を選ぶ力こそが人間の価値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4800600"/>
            <a:ext cx="548640" cy="54864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709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vibe-local でオフラインAIコーディング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ネット不要・サブスク不要の完全ローカルAI開発環境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Claude Codeに「寝ている間に」タスクを実行させる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Claude Code（ターミナル）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ターミナル（コマンドライン）でClaude Codeを起動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作りたいものを自然言語で詳しく指示する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「完了したらファイルを保存して」と追加指示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AIが自動でコードを書き始める → そのまま就寝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朝起きて結果を確認 → 修正が必要なら追加指示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落合氏は実際にClaude Codeに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「Claude Codeを作って」と指示して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寝たら、朝にはツールが完成していた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経営者の場合、Webサイトや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社内ツールの作成にも応用可能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プログラミング知識がなくても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日本語の指示で動く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Notionで「自分だけのWiki」を構築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Notion（notion.so）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Notion（notion.so）でワークスペースを作成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「社内マニュアル」「議事録」「プロジェクト」等のページを作る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あらゆる情報をNotionに集約する（URLリンクも可）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Notion AI機能で「この文書を要約して」と指示できる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チームメンバーと共有し、全員が同じ情報にアクセス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落合氏は1人で50人の学生を見ており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「Notionがないと仕事が回らない」と語る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社長が持つ暗黙知を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Notionに言語化して蓄積すると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組織の知識資産になる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無料プランでも十分に使える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AI出力の「審美眼」を鍛える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Claude / ChatGPT / 各種AIツール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同じ質問を複数のAI（ChatGPT, Claude, Gemini）に投げる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それぞれの回答を比較し、最も優れたものを選ぶ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「なぜこの回答が良いと思ったか」を自分で言語化する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AIの出力を「そのまま使わず」必ず自分の視点で編集する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この選別作業を繰り返すことで「審美眼」が磨かれる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落合氏：AIを上手に使える人と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使えない人の差は「審美眼」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つまり「選ぶ力」が重要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AIが100個のアイデアを出したら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その中から最良の1個を選べるかが勝負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経営判断に直結するスキル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vibe-localでネット不要のAI環境を構築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vibe-local（落合氏開発ツール）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GitHub から vibe-local をダウンロード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ローカルLLM（Ollama等）をインストール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vibe-localを起動すると、ネット不要でAIコーディングが可能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機密情報を含むプロジェクトでも安心して使える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社内ネットワーク外でもAIの力を活用できる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完全無料・ネットワーク不要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機密情報がクラウドに送信されない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ため、セキュリティ面で安心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技術者向けだが、IT部門に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依頼すれば社内展開も可能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外部にデータを出せない業界に最適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落合陽一流 AI活用のまとめ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103120"/>
            <a:ext cx="2743200" cy="25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8229600" cy="18288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834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9B59B6"/>
                </a:solidFill>
              </a:defRPr>
            </a:pPr>
            <a: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2004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2026年にはほとんどの知的作業がAIに置き換わる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まずは1つのツールから始めてみましょう！</a:t>
            </a:r>
            <a:br/>
            <a:r>
              <a:t>ご相談は clearAI まで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