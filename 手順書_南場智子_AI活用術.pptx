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南場 智子（DeNA会長）のAI活用術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96FF"/>
                </a:solidFill>
              </a:defRPr>
            </a:pPr>
            <a:r>
              <a:t>Perplexity × NotebookLM × Circleback で情報戦を制する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「経営者がAIに興奮しているかがポイント」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南場流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Perplexity AI で人物リサーチ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初めて会う人の「必読記事」をAIに聞き、即座に重要情報を収集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NotebookLM で瞬時にインプット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記事URL・YouTube動画を全部放り込み、チャットで深掘り質問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Circleback で会議を自動記録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ミーティングの会話をAIが自動で議事録化。振り返りも瞬時に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Research で投資判断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ChatGPTのDeep Research機能で投資先の徹底調査を短時間で完了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Perplexity AIで「必読記事」を見つける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Perplexity AI（perplexity.ai）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Perplexity AI（perplexity.ai）を開く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「〇〇さんについての必読記事は何ですか？」と入力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表示された記事のURLをすべてコピーする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X（Twitter）の発信もチェック → URLを控える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YouTubeで最近の登壇動画があれば、そのURLも控える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Perplexityは出典付きで回答するので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信頼性の高い記事が見つかりやすい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「最近1年以内の記事に絞って」と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追加指示すると、より新鮮な情報が得られる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Pro版（月$20）ならDeep Researchも使える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NotebookLMに全情報を投入 → チャットで深掘り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Google NotebookLM（notebooklm.google.com）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NotebookLM（notebooklm.google.com）を開く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「新しいノートブック」を作成する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STEP1で集めたURLを「ソースを追加」で全部入れる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YouTube動画のURLもそのまま入れる（自動文字起こし）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チャット欄で「この方の最近の関心事は？」と質問する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南場氏は「行きのタクシーの中で」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チャットで質問すると語っている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「トランプ政権についてどう考えて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いるか」など具体的な質問が効果的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NotebookLMは無料で使える！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Googleアカウントがあればすぐ開始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Circlebackで会議の議事録を自動作成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Circleback（circleback.ai）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Circleback（circleback.ai）でアカウント作成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Google Calendar / Outlook と連携設定する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会議が始まると自動でAIが録音・文字起こし開始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会議終了後、自動で要約・アクションアイテムが生成される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後日「あの会議で〇〇について何と言っていた？」と検索可能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Zoom / Google Meet / Teams に対応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日本語の会議にも対応している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「誰が何を言ったか」も記録されるので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責任の所在が明確になる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無料プランでも月数回は使える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Deep Researchで投資・事業判断の調査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ChatGPT Deep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ChatGPT（Pro/Plus）を開く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モデル選択で「Deep Research」を選ぶ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「〇〇市場の最新動向と主要プレイヤーを調査して」と入力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AIが数分〜数十分かけて100以上のソースを自動で調査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96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出典付きの詳細なレポートが生成される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南場氏は投資判断にこの機能を活用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従来なら調査チームが数日かかる作業が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数十分で完了する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ChatGPT Plus（月$20）以上で利用可能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レポートはPDFでエクスポートもできる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南場智子流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FF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経営者がAIに興奮しているかがポイント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