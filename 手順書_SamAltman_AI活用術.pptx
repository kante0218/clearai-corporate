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Sam Altman（OpenAI CEO）のAI活用術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A37F"/>
                </a:solidFill>
              </a:defRPr>
            </a:pPr>
            <a:r>
              <a:t>「退屈なタスク」こそAIに任せる ― 日常を変える使い方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「AIは退屈な仕事にこそ使え」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AI活用 実践手順書  | 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Altman流 AI活用の全体像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743200" cy="381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メール処理を丸ごとAIに任せる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大量のメールの処理・要約・返信下書きをChatGPTで高速化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文書の要約で情報処理を加速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長文レポートや契約書の要約を一瞬で作成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ChatGPT Pulseで毎朝パーソナル更新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夜間にAIが自動分析、朝に自分向けのブリーフィングを受け取る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子育て・日常生活の相談相手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育児の疑問からレシピ提案まで、生活のあらゆる場面でAI活用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大量メールの処理をAIで高速化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ChatGPT（chat.openai.com）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A37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処理したいメール本文をコピーする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ChatGPTに「以下のメールを要約して、返信が必要なものをリストアップして」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要約を見て優先順位を判断する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「このメールへの返信を、丁寧に断るトーンで書いて」と依頼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生成された返信を確認 → 微修正してメールに貼り付け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Altmanは「退屈な仕事にこそAIを使う」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と明言している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メール処理は最も効果が出やすい活用法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Gmail連携のChatGPTプラグインや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Copilot for Outlookもおすすめ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まずは1日10通から始めてみよう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長文文書の要約を一瞬で作成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ChatGPT（GPT-4o）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A37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要約したい文書（PDF/Word等）をChatGPTにアップロード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「この文書を3行で要約して」と指示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「重要なポイントを箇条書きで5つ抽出して」と追加指示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「この内容について質問：〇〇はどうなっている？」で深掘り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「経営会議向けの1ページサマリーを作って」で資料化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契約書、調査レポート、競合資料など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読む時間がない文書に最適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PDFは直接アップロードできる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（ChatGPT Plus以上）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「専門用語を避けてわかりやすく」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と追加指示すると、社長向けに最適化される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ChatGPT Pulseで毎朝のブリーフィング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 Pulse（最新機能）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A37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ChatGPTアプリを開き、プロフィール設定から「メモリ」をONにする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日頃から関心事をChatGPTに話しかけておく（業界ニュース等）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Pulse機能をONにする（設定 → Pulse）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毎朝、Pulseが「あなた向けの更新情報」を自動生成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関心事の進展、前日の会話のフォローアップ等が届く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Altmanが「最もお気に入りの機能」と語る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夜間にAIが自動でネットを巡回し、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自分の関心事に関連する情報を整理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「秘書が毎朝ブリーフィング」を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AIが自動で実現するイメージ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ChatGPT Plus/Proで利用可能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日常生活の「ちょっとした疑問」にAIを使う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ChatGPTアプリ（スマートフォン）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A37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スマホにChatGPTアプリをインストール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音声モードをONにする（マイクアイコンをタップ）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話しかけるだけで回答が返ってくる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「今夜のレシピ提案して」「子供にこう聞かれたら？」等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A37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メモリ機能で好みを覚えてもらい、どんどんパーソナルに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Altmanは育児の質問にもAIを使う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音声モードなら運転中や料理中も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ハンズフリーで使える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「メモリ」機能で家族の食の好みや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アレルギー情報を覚えさせると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提案の精度が格段に上がる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Sam Altman流 AI活用のまとめ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2743200" cy="254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10A37F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AIは退屈な仕事にこそ使え。それが一番効果が出る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まずは1つのツールから始めてみましょう！</a:t>
            </a:r>
            <a:br/>
            <a:r>
              <a:t>ご相談は clearAI 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