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Tobi Lutke（Shopify CEO）のAI活用術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BF48"/>
                </a:solidFill>
              </a:defRPr>
            </a:pPr>
            <a:r>
              <a:t>「AIで100倍の成果」を出す組織の作り方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「AI活用は全社員の基本的な期待事項」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AI活用 実践手順書  | 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Lutke流 AI活用の全体像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743200" cy="3810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AIをプロトタイプの相棒にする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新機能のアイデアをAIで即座にプロトタイプ化、意思決定を加速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「採用前にAIを試す」ルール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新規採用の前に「AIで代替できないか？」を証明することを義務化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AI活用度を人事評価に組み込む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全社員のパフォーマンスレビューにAIスキルを評価項目として追加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Claude / Cursor / Copilotの使い分け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用途に応じて最適なAIツールを選択するフレームワーク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アイデアをAIで即プロトタイプ化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Claude（claude.ai）/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BF48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新しいアイデアが浮かんだらすぐにAIを開く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「〇〇のプロトタイプを作りたい。要件は以下：」と入力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要件を箇条書きで列挙（ユーザー・機能・制約）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AIが出したプロトタイプ案に対して「ここをもっと簡単に」等で修正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プロトタイプ案が固まったらチームに共有して議論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Lutkeは「GSD（Get Shit Done）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プロトタイプフェーズ」でのAI活用を重視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完璧なものを作る前に、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AIで素早く叩き台を作ることが重要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Claudeの「Artifacts」機能なら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HTMLプロトタイプも作れる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「この仕事はAIでできない？」チェック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社内ルールとして導入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BF48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新規採用リクエストが来たら、まず「AIで代替できないか？」と問う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具体的に「どのタスクをAIに任せたか？」を報告させる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AIで80%解決できるなら、残り20%を既存メンバーに振り分け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それでも人が必要な場合のみ採用を承認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この判断プロセスを四半期ごとに見直す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Shopifyでは全チームにこのルールを適用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「AIでできることをやらせずに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人を雇うのはムダ」という考え方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経営者から始めることが重要！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自分が先にAIを使い倒す姿を見せる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AIツールを用途別に使い分ける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Claude / Cursor /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BF48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長文の分析・戦略立案 → Claude（200Kトークンの長文対応）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コード開発・自動化 → Cursor（AIコードエディタ）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日常のコーディング補助 → GitHub Copilot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情報検索・調査 → Perplexity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各ツールの得意分野を把握し、タスクに応じて切り替える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Shopifyは全社員にこれらのツールを提供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まずは1つから始めて、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慣れたら用途別に使い分けを覚える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Claude → 思考のパートナー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Cursor → 開発のパートナー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Copilot → 日常の効率化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人事評価にAI活用度を組み込む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人事制度の設計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BF48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パフォーマンスレビューの評価項目に「AI活用度」を追加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「AIをどのように業務に活用したか」を自己申告させる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チームリーダーがAI活用の好事例を共有する場を設ける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AI活用で成果を上げた社員を表彰する仕組みを作る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6BF48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四半期ごとにAI活用の成果をチーム単位で振り返る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「使え」と言うだけでは変わらない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評価に組み込むことで行動が変わる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Lutkeは「100倍の成果を出した社員」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の事例を全社に共有している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まずは小さな成功事例を積み上げて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社内の「AIは使える」という空気を作る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Tobi Lutke流 AI活用のまとめ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2743200" cy="2540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96BF48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AI活用はもはや選択肢ではない。全員の基本的な期待事項だ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まずは1つのツールから始めてみましょう！</a:t>
            </a:r>
            <a:br/>
            <a:r>
              <a:t>ご相談は clearAI 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