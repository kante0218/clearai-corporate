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堀江 貴文（ホリエモン）のAI活用術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B35"/>
                </a:solidFill>
              </a:defRPr>
            </a:pPr>
            <a:r>
              <a:t>ChatGPTを「もう一人の自分」として使い倒す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「今やらないヤツはバカ！」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堀江流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ChatGPTで書籍を丸ごと作成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自分の音声データをAIに渡し、99%をAIが書いたビジネス書を出版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スピーチ・挨拶文を瞬時に生成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イベント登壇時のスピーチ原稿をChatGPTで自動生成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マイGPT（カスタムGPT）で専門AIを作る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自社の就業規則を読み込ませた「総務部長GPT」など、業務特化AIを構築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日常のアイデア出し・壁打ち相手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新規事業のアイデアや判断をChatGPTに相談し高速でPDCAを回す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ChatGPTでスピーチ・文章を一発生成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ChatGPT（chat.openai.com）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ChatGPT（chat.openai.com）を開く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「以下の条件でスピーチ原稿を作って」と指示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条件を具体的に書く（場面・対象者・時間・トーン）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生成された原稿を読み、修正点を追加指示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「もっとカジュアルに」「数字を入れて」等で磨き上げ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堀江氏は本の帯コメントもAIで生成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ポイントは「条件を具体的に書くこと」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・誰に向けた話か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・何分の話か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・フォーマルかカジュアルか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最初から完璧を求めず、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何度もやり取りして磨くのがコツ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マイGPT（カスタムGPT）で社内専門AIを作る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 Plus/Team（GPTs機能）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ChatGPT左メニューの「GPTsを探す」→「作成」をクリック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「あなたは何をするGPTですか？」に役割を入力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「ナレッジ」に自社の資料（PDF/Word等）をアップロード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テスト質問で動作確認 → 修正を繰り返す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完成したら社内メンバーにリンクを共有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堀江氏は就業規則を読み込ませて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「総務部長GPT」を作ることを推奨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他にも作れる例：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・営業マニュアルGPT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・商品知識GPT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・クレーム対応GPT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ChatGPT Plus（月$20）で利用可能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AIで本を1冊書く（コンテンツ量産）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 + 音声入力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自分の考えをスマホの音声メモで録音する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Whisper等の文字起こしツールでテキスト化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ChatGPTに「以下の文字起こしを章立てして書籍にして」と依頼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各章ごとに「もっと具体例を入れて」等で品質を上げる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最終チェックは自分の目で行い、出版・社内共有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堀江氏は実際に99%をAIが書いた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ビジネス書『夢を叶える力』を出版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社長の考えを社内に共有するための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「社長の考え方ブック」制作にも応用可能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Whisperは無料で使える文字起こしAI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（openai.com/research/whisper）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新規事業のアイデア壁打ち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ChatGPT（GPT-4o / o1）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ChatGPTを開き「新規事業のアイデアを一緒に考えて」と入力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自社の強み・リソース・課題を箇条書きで伝える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出てきたアイデアに「なぜそれが上手くいくと思う？」と深掘り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「リスクと対策を3つずつ挙げて」で現実チェック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良いアイデアは「事業計画書の叩き台を作って」で具体化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AIは「いい質問をする力」で結果が変わる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漠然と「何かいいアイデアない？」ではなく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具体的な制約条件を与えるのがコツ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例：「予算500万円以内で」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「3ヶ月で立ち上げられる」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「既存の顧客基盤を活かせる」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堀江貴文流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6B35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今やらないヤツはバカ！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