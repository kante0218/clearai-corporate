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Mustafa Suleyman（Microsoft AI CEO）のAI活用術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78D4"/>
                </a:solidFill>
              </a:defRPr>
            </a:pPr>
            <a:r>
              <a:t>Copilotを「AIコンパニオン」として日常に溶け込ませる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749039"/>
            <a:ext cx="2743200" cy="25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BB"/>
                </a:solidFill>
              </a:defRPr>
            </a:pPr>
            <a:r>
              <a:t>「AIに任せられる知的作業は、もうほぼ全てだ」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BB"/>
                </a:solidFill>
              </a:defRPr>
            </a:pPr>
            <a:r>
              <a:t>AI活用 実践手順書  |  clearAI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Suleyman流 AI活用の全体像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2743200" cy="381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0972800" cy="9144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1508760"/>
            <a:ext cx="548640" cy="5486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4173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Copilotを個人データベースとして使う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7830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</a:defRPr>
            </a:pPr>
            <a:r>
              <a:t>映画リスト、読書メモ、個人の好みをAIに記憶させて活用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10972800" cy="9144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2606040"/>
            <a:ext cx="548640" cy="5486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5146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Copilot for Microsoft 365で業務効率化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8803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</a:defRPr>
            </a:pPr>
            <a:r>
              <a:t>Word/Excel/Teams/Outlookの全てにAIを統合し業務を高速化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66160"/>
            <a:ext cx="10972800" cy="9144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3703320"/>
            <a:ext cx="548640" cy="5486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6118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「AIコンパニオン」として長期記憶を活用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9776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</a:defRPr>
            </a:pPr>
            <a:r>
              <a:t>過去の会話を記憶し、自分を深く理解するAIパートナーを育てる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663440"/>
            <a:ext cx="10972800" cy="9144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4800600"/>
            <a:ext cx="548640" cy="5486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7091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あらゆる知的作業をAIに委ねる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074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</a:defRPr>
            </a:pPr>
            <a:r>
              <a:t>「どんな知識作業でもAIに聞いてみる」を習慣化する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Copilotを「個人データベース」にする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37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</a:defRPr>
            </a:pPr>
            <a:r>
              <a:t>使用ツール: Microsoft Copilot（copilot.microsoft.com）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</a:defRPr>
            </a:pPr>
            <a:r>
              <a:t>手順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92024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78D4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202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Copilot（copilot.microsoft.com）を開く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0604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69748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78D4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974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「メモリ」機能をONにする（設定から）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8328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347472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78D4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4747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好きな映画・本・レストラン等をCopilotに伝える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6052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25196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78D4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25196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「次に見るべき映画を推薦して」と聞くとパーソナルな提案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3776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502920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78D4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0292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仕事の好みや判断基準も伝えておくと業務でも活用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</a:defRPr>
            </a:pPr>
            <a:r>
              <a:t>ポイント・コツ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1828800"/>
            <a:ext cx="4114800" cy="43891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201168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Suleyman自身が映画のパーソナル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データベースとしてCopilotを活用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日付、感想、評価をAIに記録させ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「あの時見た映画なんだっけ？」にも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答えてもらえる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経営の意思決定基準を記録させると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「先月の判断と矛盾してない？」も聞ける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Copilot for Microsoft 365 で業務を高速化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37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</a:defRPr>
            </a:pPr>
            <a:r>
              <a:t>使用ツール: Microsoft 365 + Copilot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</a:defRPr>
            </a:pPr>
            <a:r>
              <a:t>手順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92024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78D4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202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Microsoft 365管理者がCopilotライセンスを有効化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0604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69748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78D4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974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Wordで「このメモから企画書を作って」→ 一瞬で文書生成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8328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347472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78D4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4747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Excelで「このデータの傾向を分析して」→ グラフ付きレポート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6052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25196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78D4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25196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Teamsで「この会議の要約とアクションアイテムを」→ 自動生成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3776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502920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78D4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0292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Outlookで「このメールスレッドを要約して」→ 重要ポイント抽出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</a:defRPr>
            </a:pPr>
            <a:r>
              <a:t>ポイント・コツ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1828800"/>
            <a:ext cx="4114800" cy="43891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201168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既にWord/Excel/Teamsを使っているなら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最も導入ハードルが低いAI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特にTeamsの会議要約は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「参加できなかった会議の内容を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5分で把握できる」と好評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月額3,750円/ユーザー（税別）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AIに「自分のことを覚えてもらう」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37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</a:defRPr>
            </a:pPr>
            <a:r>
              <a:t>使用ツール: Copilot / ChatGPT（メモリ機能）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</a:defRPr>
            </a:pPr>
            <a:r>
              <a:t>手順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92024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78D4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202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AIとの会話で、自分の好み・判断基準・役割を伝える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0604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69748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78D4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974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「私は〇〇の社長で、△△業界に詳しい」と自己紹介する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8328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347472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78D4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4747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仕事の進め方の好みも伝える（データ重視 / 直感重視 等）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6052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25196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78D4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25196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過去の会話を踏まえた提案が返ってくるようになる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3776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502920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78D4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0292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定期的に「私について何を覚えている？」で確認・修正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</a:defRPr>
            </a:pPr>
            <a:r>
              <a:t>ポイント・コツ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1828800"/>
            <a:ext cx="4114800" cy="43891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201168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Suleymanのビジョン：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「全ての人にAIコンパニオンを」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AIに自分を理解させるほど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提案の質が劇的に向上する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「過去3ヶ月の議論を踏まえて、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次のステップを提案して」等が可能に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STEP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「とりあえずAIに聞いてみる」を習慣化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37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FFFFFF"/>
                </a:solidFill>
              </a:defRPr>
            </a:pPr>
            <a:r>
              <a:t>使用ツール: Copilot / ChatGPT / Claude（全般）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</a:defRPr>
            </a:pPr>
            <a:r>
              <a:t>手順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92024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78D4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202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迷ったらまずAIに聞く →「〇〇についてどう思う？」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0604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69748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78D4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974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知らないことがあったらAIに聞く →「〇〇を教えて」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8328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347472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78D4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4747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文章を書く前にAIに叩き台を作らせる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6052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25196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78D4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25196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スケジュール調整もAIに相談 →「来週の優先順位を整理して」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37760"/>
            <a:ext cx="6583680" cy="640080"/>
          </a:xfrm>
          <a:prstGeom prst="round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5029200"/>
            <a:ext cx="411480" cy="411480"/>
          </a:xfrm>
          <a:prstGeom prst="ellipse">
            <a:avLst/>
          </a:prstGeom>
          <a:solidFill>
            <a:srgbClr val="3D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78D4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0292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1日に最低10回はAIに話しかけることを目標にする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</a:defRPr>
            </a:pPr>
            <a:r>
              <a:t>ポイント・コツ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1828800"/>
            <a:ext cx="4114800" cy="438912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201168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Suleymanは「プロフェッショナルの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タスクの大部分は12〜18ヶ月以内に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AIで自動化される」と予測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今から「AIに聞く習慣」を身につけて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おくことが重要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最初は質問の質が低くてもOK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</a:defRPr>
            </a:pPr>
            <a:r>
              <a:t>使い続けることで上手くなる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Mustafa Suleyman流 AI活用のまとめ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103120"/>
            <a:ext cx="2743200" cy="25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2743200"/>
            <a:ext cx="8229600" cy="18288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0" y="28346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0078D4"/>
                </a:solidFill>
              </a:defRPr>
            </a:pPr>
            <a:r>
              <a:t>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320040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あらゆる知的作業をAIに聞いてみよう。それが未来の働き方だ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BB"/>
                </a:solidFill>
              </a:defRPr>
            </a:pPr>
            <a:r>
              <a:t>まずは1つのツールから始めてみましょう！</a:t>
            </a:r>
            <a:br/>
            <a:r>
              <a:t>ご相談は clearAI まで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